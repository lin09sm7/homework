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65176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DC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門診掛號系統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DAF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資料庫結構設計與 UX/UI 設計文件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566928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A0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114.3.17 製作 ｜ 115.3.31 修訂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— 資料庫結構與 UX/UI 設計文件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一、檔案結構概述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二、縣市主檔（cities）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三、區域主檔（districts）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四、科別主檔（departments）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五、醫師主檔（doctors）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六、病患資料檔（patients）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七、掛號紀錄檔（registrations）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八、索引設計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九、預設資料摘要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9144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十、UX/UI 設計總覽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12801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十一、畫面佈局設計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16459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十二、病患資訊區塊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0116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十三、門診預約區塊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3774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十四、操作功能列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27432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十五、UX 互動設計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1089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十六、視覺風格設計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4747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十七、系統功能流程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一、檔案結構概述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— 資料庫結構與 UX/UI 設計文件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SQLite，啟用 WAL 模式，檔案位於 database/hospital.db
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外鍵約束：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PRAGMA foreign_keys = ON
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主鍵設計：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全部採用自然鍵（Natural Key），不使用自動遞增流水號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與慈濟系統對應關係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本系統資料表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慈濟系統對應檔案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cities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縣市主檔（COUNTYTBL）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儲存全台灣縣市資料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districts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鄉鎮主檔（TOWNTBL）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儲存各縣市下的區域資料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departments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院內科別檔（GenSectionTbl）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儲存醫院門診科別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doctors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醫師檔（GenDoctorTbl）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儲存各科別醫師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patients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（新設計）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整合病患基本資料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registrations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掛號看診檔（OpdRegDiagnosisTbl）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儲存掛號紀錄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資料表關聯圖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5120640"/>
            <a:ext cx="11247120" cy="1005840"/>
          </a:xfrm>
          <a:prstGeom prst="rect">
            <a:avLst>
              <a:gd name="adj" fmla="val 4545"/>
            </a:avLst>
          </a:prstGeom>
          <a:solidFill>
            <a:srgbClr val="F4F4F4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51663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cities ──&lt; districts                          （一個縣市有多個區域）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departments ──&lt; doctors                    （一個科別有多位醫師）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cities ──&lt; patients &gt;── districts           （病患地址關聯縣市與區域）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patients ──&lt; registrations &gt;── departments └── doctors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二、縣市主檔（cities）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— 資料庫結構與 UX/UI 設計文件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1060704"/>
          </a:xfrm>
          <a:prstGeom prst="rect">
            <a:avLst>
              <a:gd name="adj" fmla="val 4310"/>
            </a:avLst>
          </a:prstGeom>
          <a:solidFill>
            <a:srgbClr val="F0F7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　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cities（縣市主檔）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2984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對應慈濟表　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縣市主檔（COUNTYTBL）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59105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　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儲存全台灣 22 個縣市資料，以縣市名稱作為主鍵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欄位結構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371600"/>
                <a:gridCol w="1371600"/>
                <a:gridCol w="914400"/>
                <a:gridCol w="22860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鍵值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欄位名稱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中文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型態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屬性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name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縣市名稱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PRIMARY KEY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縣市名稱，作為主鍵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3291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預設資料：全台灣 22 縣市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台北市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新北市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基隆市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桃園市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新竹市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新竹縣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苗栗縣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台中市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彰化縣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南投縣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雲林縣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嘉義市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嘉義縣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台南市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高雄市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屏東縣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宜蘭縣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花蓮縣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台東縣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澎湖縣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金門縣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連江縣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三、區域主檔（districts）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— 資料庫結構與 UX/UI 設計文件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1060704"/>
          </a:xfrm>
          <a:prstGeom prst="rect">
            <a:avLst>
              <a:gd name="adj" fmla="val 4310"/>
            </a:avLst>
          </a:prstGeom>
          <a:solidFill>
            <a:srgbClr val="F0F7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　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districts（區域主檔）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2984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對應慈濟表　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鄉鎮主檔（TOWNTBL）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59105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　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以（city_name, name）複合主鍵識別，透過 city_name 外鍵關聯縣市表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欄位結構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11247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1188720"/>
                <a:gridCol w="822960"/>
                <a:gridCol w="274320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鍵值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欄位名稱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中文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型態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屬性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P, FK, 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city_name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所屬縣市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NOT NULL, FK → cities(name)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 name 共同組成複合主鍵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name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區域名稱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NOT NULL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鄉鎮市區名稱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3474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預設資料範例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778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縣市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區域名稱（部分）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台北市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 區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中正區、大同區、中山區、松山區、大安區、萬華區、信義區…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新北市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29 區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板橋區、三重區、中和區、永和區、新莊區、新店區…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台中市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29 區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中區、東區、南區、西區、北區、北屯區、西屯區…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高雄市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38 區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楠梓區、左營區、鼓山區、三民區、鹽埕區、前金區…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57200" y="5303520"/>
            <a:ext cx="11247120" cy="548640"/>
          </a:xfrm>
          <a:prstGeom prst="rect">
            <a:avLst>
              <a:gd name="adj" fmla="val 8333"/>
            </a:avLst>
          </a:prstGeom>
          <a:solidFill>
            <a:srgbClr val="FFFDE7"/>
          </a:solidFill>
          <a:ln w="6350">
            <a:solidFill>
              <a:srgbClr val="F9A82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全台灣約 368 筆區域資料，完整資料詳見 schema.sql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四、科別主檔（departments）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— 資料庫結構與 UX/UI 設計文件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1060704"/>
          </a:xfrm>
          <a:prstGeom prst="rect">
            <a:avLst>
              <a:gd name="adj" fmla="val 4310"/>
            </a:avLst>
          </a:prstGeom>
          <a:solidFill>
            <a:srgbClr val="F0F7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　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departments（科別主檔）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2984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對應慈濟表　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院內科別檔（GenSectionTbl）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59105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　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以科別代碼（code）作為主鍵，使用有意義的英文代碼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欄位結構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371600"/>
                <a:gridCol w="1188720"/>
                <a:gridCol w="822960"/>
                <a:gridCol w="228600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鍵值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欄位名稱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中文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型態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屬性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code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科別代碼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PRIMARY KEY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科別英文代碼，作為主鍵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name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科別名稱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NOT NULL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科別中文名稱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3474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預設資料：8 大科別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code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name（科別名稱）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internal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surgery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外科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pediatrics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小兒科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obgyn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婦產科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ent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耳鼻喉科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derma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皮膚科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eye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眼科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family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家醫科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五、醫師主檔（doctors）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— 資料庫結構與 UX/UI 設計文件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1060704"/>
          </a:xfrm>
          <a:prstGeom prst="rect">
            <a:avLst>
              <a:gd name="adj" fmla="val 4310"/>
            </a:avLst>
          </a:prstGeom>
          <a:solidFill>
            <a:srgbClr val="F0F7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　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doctors（醫師主檔）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2984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對應慈濟表　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醫師檔（GenDoctorTbl）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59105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　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以（department_code, name）複合主鍵識別，每科 3 位醫師，共 24 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欄位結構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11247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828800"/>
                <a:gridCol w="1371600"/>
                <a:gridCol w="731520"/>
                <a:gridCol w="301752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鍵值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欄位名稱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中文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型態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屬性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P, FK, 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department_code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所屬科別代碼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NOT NULL, FK → departments(code)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 name 共同組成複合主鍵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name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醫師姓名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NOT NULL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醫師中文姓名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3474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預設資料：每科 3 位醫師</a:t>
            </a:r>
            <a:endParaRPr lang="en-US" sz="14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36392"/>
                <a:gridCol w="3136392"/>
                <a:gridCol w="31455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科別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醫師 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醫師 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醫師 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王建明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林淑芬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陳志豪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外科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張文華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李美玲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黃國榮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小兒科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劉怡君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吳宗翰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許雅婷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婦產科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蔡佩珊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鄭凱文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周淑惠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耳鼻喉科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楊俊傑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蘇麗華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洪振維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皮膚科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方雅琪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謝承恩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盧芷涵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眼科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曾國豪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廖美慧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趙柏翰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家醫科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林家豪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陳雅文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黃志偉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六、病患資料檔（patients）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— 資料庫結構與 UX/UI 設計文件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1060704"/>
          </a:xfrm>
          <a:prstGeom prst="rect">
            <a:avLst>
              <a:gd name="adj" fmla="val 4310"/>
            </a:avLst>
          </a:prstGeom>
          <a:solidFill>
            <a:srgbClr val="F0F7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　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patients（病患資料檔）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2984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對應慈濟表　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（新設計，整合病患基本資料）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59105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　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以病歷號碼（medical_no）作為主鍵，台灣身分證字號格式，含 MOD-10 驗證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914400"/>
                <a:gridCol w="914400"/>
                <a:gridCol w="7040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鍵值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欄位名稱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中文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型態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medical_no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病歷號碼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主鍵，身分證字號格式（1碼英文+9碼數字）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name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姓名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NOT NULL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gender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性別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CHECK('male','female')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birthday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YYYY-MM-DD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年齡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INTEGER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由前端根據生日自動計算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phone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聯絡電話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FK, 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city_name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縣市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FK → cities(name)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FK, 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district_name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FK (city_name, district_name) → districts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address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詳細地址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門牌號碼等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created_at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建立時間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DEFAULT datetime('now','localtime')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updated_at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更新時間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DEFAULT datetime('now','localtime')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六（續）、台灣身分證字號驗證規則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— 資料庫結構與 UX/UI 設計文件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檢查碼演算法（MOD-10）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029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步驟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範例（A123456789）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字母轉數字，拆為十位數(n1)與個位數(n2)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A=10 → n1=1, n2=0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sum = n1 + n2 × 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sum = 1 + 0×9 = 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2~9 碼乘以加權值 [8,7,6,5,4,3,2,1]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1×8+2×7+3×6+4×5+5×4+6×3+7×2+8×1 = 120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sum += 各乘積之和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sum = 1 + 120 = 121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sum += 第 10 碼（檢查碼）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sum = 121 + 9 = 130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sum % 10 === 0 → 合法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130 % 10 = 0 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字母對照表（部分）</a:t>
            </a:r>
            <a:endParaRPr lang="en-US" sz="14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11247120" cy="914400"/>
        </p:xfrm>
        <a:graphic>
          <a:graphicData uri="http://schemas.openxmlformats.org/drawingml/2006/table">
            <a:tbl>
              <a:tblPr/>
              <a:tblGrid>
                <a:gridCol w="865022"/>
                <a:gridCol w="865022"/>
                <a:gridCol w="865022"/>
                <a:gridCol w="865022"/>
                <a:gridCol w="865022"/>
                <a:gridCol w="865022"/>
                <a:gridCol w="865022"/>
                <a:gridCol w="865022"/>
                <a:gridCol w="865022"/>
                <a:gridCol w="865022"/>
                <a:gridCol w="865022"/>
                <a:gridCol w="865022"/>
                <a:gridCol w="86502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120640"/>
          <a:ext cx="11247120" cy="914400"/>
        </p:xfrm>
        <a:graphic>
          <a:graphicData uri="http://schemas.openxmlformats.org/drawingml/2006/table">
            <a:tbl>
              <a:tblPr/>
              <a:tblGrid>
                <a:gridCol w="865022"/>
                <a:gridCol w="865022"/>
                <a:gridCol w="865022"/>
                <a:gridCol w="865022"/>
                <a:gridCol w="865022"/>
                <a:gridCol w="865022"/>
                <a:gridCol w="865022"/>
                <a:gridCol w="865022"/>
                <a:gridCol w="865022"/>
                <a:gridCol w="865022"/>
                <a:gridCol w="865022"/>
                <a:gridCol w="865022"/>
                <a:gridCol w="86502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Z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七、掛號紀錄檔（registrations）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— 資料庫結構與 UX/UI 設計文件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1353312"/>
          </a:xfrm>
          <a:prstGeom prst="rect">
            <a:avLst>
              <a:gd name="adj" fmla="val 3378"/>
            </a:avLst>
          </a:prstGeom>
          <a:solidFill>
            <a:srgbClr val="F0F7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　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registrations（掛號紀錄檔）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2984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對應慈濟表　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掛號看診檔（OpdRegDiagnosisTbl）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59105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主鍵　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複合主鍵（reg_date, reg_period, department_code, reg_number）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883664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　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掛號號碼由系統自動產生：當日該時段該科別累計數 + 1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011680"/>
                <a:gridCol w="1097280"/>
                <a:gridCol w="731520"/>
                <a:gridCol w="6675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鍵值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欄位名稱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中文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型態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reg_date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掛號日期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YYYY-MM-DD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reg_period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掛號時段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CHECK('morning','afternoon')：上午／下午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P, FK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department_code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科別代碼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FK → departments(code)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reg_number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掛號號碼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系統自動產生，兩碼數字（01, 02…）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FK, 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patient_medical_no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病歷號碼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FK → patients(medical_no)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visit_type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初複診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CHECK('first','return')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FK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doctor_name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醫師姓名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FK (department_code, doctor_name) → doctors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status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掛號狀態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DEFAULT 'confirmed'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created_at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建立時間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DEFAULT datetime('now','localtime')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七（續）、與慈濟系統欄位對應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— 資料庫結構與 UX/UI 設計文件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5303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本系統欄位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慈濟系統對應欄位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reg_number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intRegNo（序號）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就醫序號，由給號系統給定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patient_medical_no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chMRNo（病歷號）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病歷號碼，10碼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visit_type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chRegFM（初複診掛號）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0/1：初診，2：複診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reg_date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chDate（日期）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掛號日期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reg_period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chNoonCode（午別代碼）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掛號時段：上午／下午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department_code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chSecNo（科別代號）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由排班表抄回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doctor_name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chDocNo（醫師代號）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由排班表抄回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status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chIfWithdraw + chDigStat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取消掛號 + 看診狀態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八、索引設計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— 資料庫結構與 UX/UI 設計文件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本系統共建立 5 個索引，針對常用查詢欄位進行效能優化：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560320"/>
                <a:gridCol w="1645920"/>
                <a:gridCol w="274320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索引名稱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資料表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索引欄位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idx_districts_city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districts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city_name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依縣市查詢區域（級聯選擇）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idx_doctors_department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doctors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department_code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依科別查詢醫師（級聯選擇）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idx_patients_city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patients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city_name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依縣市查詢病患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idx_patients_district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patients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city_name, district_name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依縣市與區域查詢病患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idx_registrations_patient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registrations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patient_medical_no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依病患查詢掛號紀錄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九、預設資料摘要</a:t>
            </a:r>
            <a:endParaRPr lang="en-US" sz="16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8046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資料表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筆數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cities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22 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全台灣 22 縣市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districts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368 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全台灣各縣市之鄉鎮市區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departments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內科、外科、小兒科、婦產科、耳鼻喉科、皮膚科、眼科、家醫科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doctors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 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每科 3 位醫師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patients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 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由系統運行時動態新增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registrations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 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由系統運行時動態新增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十、UX/UI 設計總覽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— 資料庫結構與 UX/UI 設計文件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單頁式應用（SPA），所有掛號操作在同一畫面完成，以專業、清晰、易讀為設計原則。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961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設計架構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單頁式應用（Single Page Application）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前端框架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React 19 + TypeScript + Vite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樣式技術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Tailwind CSS 4.2 + Inline Styles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圖示庫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Lucide React（Hospital, User, CalendarCheck, Check, Printer, RefreshCw, LogOut, ChevronDown）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響應式設計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最大寬度 960px，置中顯示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設計語言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全繁體中文介面，符合台灣醫療機構使用習慣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023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 元件架構</a:t>
            </a:r>
            <a:endParaRPr lang="en-US" sz="14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8912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8046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元件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FormInput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文字輸入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病歷號碼、姓名、年齡、電話、地址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FormSelect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下拉選單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性別、初複診、縣市、區域、掛號時段、科別、醫師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FormDateInput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日期選擇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生日、掛號日期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ActionButton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操作按鈕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確認掛號、列印、清除、離開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Divider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分隔線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區隔表單列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十一、畫面佈局設計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— 資料庫結構與 UX/UI 設計文件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3200400"/>
                <a:gridCol w="5120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區塊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背景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Header 標題列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最上方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綠色漸層 #7C9070→#5A7050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醫院圖示 + 「安康綜合醫院」，圓角上方 20px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病患資訊區塊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中上方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白色 #fff，圓角 16px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三列表單：病歷號碼/姓名/性別/初複診、生日/年齡/電話、縣市/區域/地址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門診預約區塊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中下方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淡灰漸層 #FAFAF8→#F7F6F3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掛號日期/時段/科別/醫師，下方顯示掛號號碼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操作功能列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最下方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綠色漸層 #7C9070→#5A7050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四個操作按鈕 + 版權資訊，圓角下方 20px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十二、病患資訊區塊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— 資料庫結構與 UX/UI 設計文件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1371600"/>
                <a:gridCol w="822960"/>
                <a:gridCol w="7040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列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元件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寬度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功能說明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第一列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病歷號碼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FormInput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160px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自動大寫、即時驗證、自動查詢帶入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姓名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FormInput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140px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性別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FormSelect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100px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男 / 女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初複診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FormSelect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120px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系統自動判斷初診或複診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第二列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FormDateInput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160px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選擇後年齡自動計算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年齡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FormInput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80px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根據生日自動計算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FormInput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180px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聯絡電話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第三列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縣市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FormSelect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140px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級聯選單第一層，全台 22 縣市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FormSelect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140px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級聯選單第二層，依縣市載入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詳細地址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FormInput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flex:1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門牌號碼等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十三、門診預約區塊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— 資料庫結構與 UX/UI 設計文件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097280"/>
                <a:gridCol w="7132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元件類型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寬度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功能說明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掛號日期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FormDateInput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160px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預設為當天日期，可手動修改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掛號時段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FormSelect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120px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上午（morning）/ 下午（afternoon），必填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科別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FormSelect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180px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級聯選單第一層，8 大科別，選擇後觸發醫師更新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醫師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FormSelect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180px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級聯選單第二層，依科別載入（每科 3 位）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017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掛號號碼產生規則</a:t>
            </a:r>
            <a:endParaRPr lang="en-US" sz="14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029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步驟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範例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查詢當日該時段該科別已有的掛號數量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外科上午已掛 5 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數量 + 1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+ 1 = 6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以兩碼數字格式呈現 padStart(2, '0')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「06」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存入 registrations 表的 reg_number 欄位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reg_number = '06'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掛號號碼顯示：大字體 40px、綠色 #7C9070、預設 "--"，掛號成功後顯示兩碼號碼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十四、操作功能列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— 資料庫結構與 UX/UI 設計文件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2286000"/>
                <a:gridCol w="6492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按鈕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圖示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漸層色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功能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確認掛號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Check 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#4A5D43→#3D4E38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檢查必填 → 新增/更新病患 → 建立掛號 → 顯示號碼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列印掛號單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Printer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#4A5D43→#3D4E38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呼叫 window.print() 列印收據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清除畫面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RefreshCw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#8E9B87→#7C8A75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重置所有欄位至初始狀態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結束離開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LogOut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#A0A8A5→#8E9691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呼叫 window.close() 關閉視窗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十五、UX 互動設計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— 資料庫結構與 UX/UI 設計文件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級聯選單設計（Cascading Dropdowns）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914400"/>
                <a:gridCol w="411480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級聯組合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第一層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第二層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觸發 API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地址級聯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縣市（22）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GET /api/cities/:cityName/districts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選縣市→清空區域→載入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門診級聯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科別（8）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醫師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GET /api/departments/:deptCode/doctors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選科別→清空醫師→載入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2743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自動化功能</a:t>
            </a:r>
            <a:endParaRPr lang="en-US" sz="14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功能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觸發條件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病歷號碼自動大寫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輸入任何字元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v.toUpperCase()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病患資料自動帶入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輸入完整 10 碼合法號碼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API 查詢並帶入全部欄位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年齡自動計算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生日欄位變更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根據生日自動計算足歲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初複診自動判斷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病歷號碼查詢結果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舊病患→複診，新病患→初診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掛號日期預設當天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系統載入時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自動填入今天日期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掛號號碼自動產生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確認掛號成功後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後端 COUNT 查詢 + padStart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十六、視覺風格設計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— 資料庫結構與 UX/UI 設計文件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色彩規劃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5303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色碼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主色調 Header/Footer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#7C9070→#5A7050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綠色漸層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強調按鈕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#4A5D43→#3D4E38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深綠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頁面背景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#F7F6F3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暖灰色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卡片背景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#FFFFFF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純白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文字主色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#333333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深灰色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圖示/強調色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#7C9070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主題綠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錯誤色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#A62911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紅色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389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字體規格</a:t>
            </a:r>
            <a:endParaRPr lang="en-US" sz="14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6675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元素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字體大小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字重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醫院標題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22px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600 semi-bold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區塊標題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17px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表單輸入值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13px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掛號號碼數字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40px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十七、系統功能流程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— 資料庫結構與 UX/UI 設計文件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掛號作業流程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1371600"/>
            <a:ext cx="10332720" cy="384048"/>
          </a:xfrm>
          <a:prstGeom prst="rect">
            <a:avLst>
              <a:gd name="adj" fmla="val 11905"/>
            </a:avLst>
          </a:prstGeom>
          <a:solidFill>
            <a:srgbClr val="F0F7F2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1371600"/>
            <a:ext cx="54864" cy="384048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137160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輸入病歷號碼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台灣身分證字號 10 碼，系統即時驗證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171907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1920240"/>
            <a:ext cx="384048" cy="384048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97280" y="1920240"/>
            <a:ext cx="10332720" cy="384048"/>
          </a:xfrm>
          <a:prstGeom prst="rect">
            <a:avLst>
              <a:gd name="adj" fmla="val 11905"/>
            </a:avLst>
          </a:prstGeom>
          <a:solidFill>
            <a:srgbClr val="F0F7F2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1920240"/>
            <a:ext cx="54864" cy="384048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192024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系統自動查詢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GET /api/patients?medical_no=xxx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226771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2468880"/>
            <a:ext cx="384048" cy="384048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468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97280" y="2468880"/>
            <a:ext cx="10332720" cy="384048"/>
          </a:xfrm>
          <a:prstGeom prst="rect">
            <a:avLst>
              <a:gd name="adj" fmla="val 11905"/>
            </a:avLst>
          </a:prstGeom>
          <a:solidFill>
            <a:srgbClr val="F0F7F2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7280" y="2468880"/>
            <a:ext cx="54864" cy="384048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3" name="Text 21"/>
          <p:cNvSpPr/>
          <p:nvPr/>
        </p:nvSpPr>
        <p:spPr>
          <a:xfrm>
            <a:off x="1280160" y="246888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帶入或填寫資料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舊病患自動帶入；新病患手動填寫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281635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017520"/>
            <a:ext cx="384048" cy="384048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97280" y="3017520"/>
            <a:ext cx="10332720" cy="384048"/>
          </a:xfrm>
          <a:prstGeom prst="rect">
            <a:avLst>
              <a:gd name="adj" fmla="val 11905"/>
            </a:avLst>
          </a:prstGeom>
          <a:solidFill>
            <a:srgbClr val="F0F7F2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7280" y="3017520"/>
            <a:ext cx="54864" cy="384048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9" name="Text 27"/>
          <p:cNvSpPr/>
          <p:nvPr/>
        </p:nvSpPr>
        <p:spPr>
          <a:xfrm>
            <a:off x="1280160" y="301752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選擇門診資訊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 → 時段（上午/下午）→ 科別 → 醫師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" y="33649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097280" y="3566160"/>
            <a:ext cx="10332720" cy="384048"/>
          </a:xfrm>
          <a:prstGeom prst="rect">
            <a:avLst>
              <a:gd name="adj" fmla="val 11905"/>
            </a:avLst>
          </a:prstGeom>
          <a:solidFill>
            <a:srgbClr val="F0F7F2"/>
          </a:solidFill>
          <a:ln/>
        </p:spPr>
      </p:sp>
      <p:sp>
        <p:nvSpPr>
          <p:cNvPr id="34" name="Shape 32"/>
          <p:cNvSpPr/>
          <p:nvPr/>
        </p:nvSpPr>
        <p:spPr>
          <a:xfrm>
            <a:off x="1097280" y="3566160"/>
            <a:ext cx="54864" cy="384048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5" name="Text 33"/>
          <p:cNvSpPr/>
          <p:nvPr/>
        </p:nvSpPr>
        <p:spPr>
          <a:xfrm>
            <a:off x="1280160" y="356616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確認掛號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POST/PUT /api/patients + POST /api/registrations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4360" y="391363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4114800"/>
            <a:ext cx="384048" cy="384048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097280" y="4114800"/>
            <a:ext cx="10332720" cy="384048"/>
          </a:xfrm>
          <a:prstGeom prst="rect">
            <a:avLst>
              <a:gd name="adj" fmla="val 11905"/>
            </a:avLst>
          </a:prstGeom>
          <a:solidFill>
            <a:srgbClr val="F0F7F2"/>
          </a:solidFill>
          <a:ln/>
        </p:spPr>
      </p:sp>
      <p:sp>
        <p:nvSpPr>
          <p:cNvPr id="40" name="Shape 38"/>
          <p:cNvSpPr/>
          <p:nvPr/>
        </p:nvSpPr>
        <p:spPr>
          <a:xfrm>
            <a:off x="1097280" y="4114800"/>
            <a:ext cx="54864" cy="384048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1" name="Text 39"/>
          <p:cNvSpPr/>
          <p:nvPr/>
        </p:nvSpPr>
        <p:spPr>
          <a:xfrm>
            <a:off x="1280160" y="411480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列印或清除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列印掛號單或清除畫面準備下一位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十七（續）、API 呼叫流程對照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— 資料庫結構與 UX/UI 設計文件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3200400"/>
                <a:gridCol w="274320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操作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方法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API 端點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Request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Response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頁面載入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/api/cities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（無）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[{name}, ...] 22 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頁面載入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/api/departments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（無）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[{code, name}, ...] 8 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選擇縣市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/api/cities/:cityName/districts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cityName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[{name}, ...]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選擇科別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/api/departments/:deptCode/doctors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deptCode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[{name}, ...]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輸入病歷號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/api/patients?medical_no=xxx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medical_no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病患資料 或 null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新增病患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POST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/api/patients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medical_no, name, ...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{medical_no}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更新病患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PUT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/api/patients/:medicalNo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name, gender, ...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更新成功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建立掛號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POST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/api/registrations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patient_medical_no, reg_date, reg_period, ...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{reg_number, department_name}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十七（續）、React State 管理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— 資料庫結構與 UX/UI 設計文件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97280"/>
                <a:gridCol w="274320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State 變數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型態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初始值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medicalNo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string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病歷號碼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""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patientName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string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病患姓名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""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gender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string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性別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""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visitType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string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初複診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""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birthday / age / phone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string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生日 / 年齡 / 電話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""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cityName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string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縣市名稱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""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districtName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string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區域名稱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""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address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string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詳細地址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""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regDate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string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掛號日期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當天日期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regPeriod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string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掛號時段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""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departmentCode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string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科別代碼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""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doctorName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string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醫師姓名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""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regNumber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string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掛號號碼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"--"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regDeptName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string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掛號科別名稱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""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cities / districts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Option[]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縣市/區域下拉選項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[]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departments / doctors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Option[]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科別/醫師下拉選項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[]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2860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DC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門診掛號系統 — 資料庫結構與 UX/UI 設計文件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38912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AF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P：主鍵 ｜ FK：外鍵 ｜ S：索引鍵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門診掛號系統 資料庫結構與UI設計</dc:title>
  <dc:subject>PptxGenJS Presentation</dc:subject>
  <dc:creator>安康綜合醫院</dc:creator>
  <cp:lastModifiedBy>安康綜合醫院</cp:lastModifiedBy>
  <cp:revision>1</cp:revision>
  <dcterms:created xsi:type="dcterms:W3CDTF">2026-04-07T03:02:08Z</dcterms:created>
  <dcterms:modified xsi:type="dcterms:W3CDTF">2026-04-07T03:02:08Z</dcterms:modified>
</cp:coreProperties>
</file>