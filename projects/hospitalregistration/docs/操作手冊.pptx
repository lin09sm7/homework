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門診掛號系統 操作手冊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AF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Hospital Registration System - User Guide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0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115.4.7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一、系統簡介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二、系統啟動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824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三、畫面說明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665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四、掛號作業流程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五、步驟一：輸入病歷號碼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六、步驟二：填寫／確認病患資訊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18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七、步驟三：選擇門診預約資訊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6027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八、步驟四：確認掛號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98678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九、舊病患掛號範例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十、新病患掛號範例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十一、操作按鈕說明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51389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十二、常見問題（FAQ）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一、系統簡介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安康綜合醫院 門診掛號系統 v2.0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系統用途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提供掛號櫃台人員進行門診掛號作業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操作方式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單一畫面完成所有掛號流程，無需切換頁面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使用環境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網頁瀏覽器（建議使用 Chrome 或 Edge）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本系統為單頁式掛號應用程式，具備自動帶入舊病患資料、身分證即時驗證、年齡自動計算等智慧功能，大幅減少手動輸入的時間與錯誤。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二、系統啟動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09728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09728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097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首次使用，雙擊 install.command 安裝所需程式套件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169164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69164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1691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雙擊 start.command，系統自動啟動後端伺服器與前端應用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28600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228600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2286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瀏覽器自動開啟掛號畫面（http://localhost:5173）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7280" y="288036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288036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2880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備用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若瀏覽器未開啟，手動在網址列輸入上述網址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三、畫面說明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系統畫面由上而下分為四大區塊：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7132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最上方（綠色）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顯示醫院名稱「安康綜合醫院」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病患資訊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中上方（白色）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病歷號碼、姓名、性別、初複診、生日、年齡、電話、縣市、區域、地址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門診預約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中下方（淡灰色）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掛號日期、掛號時段、科別、醫師，下方顯示掛號號碼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操作功能列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最下方（綠色）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確認掛號、列印掛號單、清除畫面、結束離開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四、掛號作業流程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00584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00584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005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輸入病歷號碼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台灣身分證字號 10 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371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160020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160020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600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確認／填寫病患資訊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舊病患自動帶入，新病患手動填寫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1965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219456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19456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選擇門診預約資訊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掛號日期 → 掛號時段 → 科別 → 醫師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25603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278892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278892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2788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點擊「確認掛號」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系統自動產生掛號號碼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1546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97280" y="338328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" y="338328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4" name="Text 32"/>
          <p:cNvSpPr/>
          <p:nvPr/>
        </p:nvSpPr>
        <p:spPr>
          <a:xfrm>
            <a:off x="1280160" y="3383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列印掛號單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選擇性操作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37490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7C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97280" y="397764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7280" y="397764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40" name="Text 38"/>
          <p:cNvSpPr/>
          <p:nvPr/>
        </p:nvSpPr>
        <p:spPr>
          <a:xfrm>
            <a:off x="128016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點擊「清除畫面」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準備下一位病患掛號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五、步驟一：輸入病歷號碼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在「病歷號碼」欄位中輸入病患的台灣身分證字號（共 10 碼：1 碼英文 + 9 碼數字）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046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查詢結果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系統行為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查到既有病患（舊病患）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自動帶入所有病患資料，初複診設為「複診」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查無此病患（新病患）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欄位維持空白，初複診自動設為「初診」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驗證提示訊息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046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輸入情況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提示訊息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第一碼輸入非英文字母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「第一碼必須為英文字母」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第二碼之後輸入非數字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「第二碼起必須為數字」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輸入不足 10 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「還需輸入 N 碼」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碼但檢查碼不正確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「身分證字號檢查碼錯誤」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驗證通過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（無提示，正常顯示）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六、步驟二：填寫／確認病患資訊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73152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已在步驟一輸入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輸入病患中文姓名。舊病患會自動帶入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下拉選單：男 / 女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初複診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系統自動判斷：舊病患→複診，新病患→初診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日期選擇器，選擇後年齡自動計算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系統根據生日自動計算，無需手動輸入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輸入聯絡電話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縣市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下拉選單，全台 22 縣市。選擇後區域自動更新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依所選縣市自動載入對應鄉鎮市區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詳細地址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輸入門牌號碼等詳細地址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七、步驟三：選擇門診預約資訊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操作說明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預設為今天日期，可手動修改為其他日期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掛號時段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下拉選單：上午 / 下午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下拉選單：內科、外科、小兒科、婦產科、耳鼻喉科、皮膚科、眼科、家醫科。選擇後醫師選單自動更新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醫師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依所選科別自動載入該科醫師名單（每科 3 位）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74720"/>
            <a:ext cx="11247120" cy="1097280"/>
          </a:xfrm>
          <a:prstGeom prst="rect">
            <a:avLst>
              <a:gd name="adj" fmla="val 4167"/>
            </a:avLst>
          </a:prstGeom>
          <a:solidFill>
            <a:srgbClr val="FFFDE7"/>
          </a:solidFill>
          <a:ln w="635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5661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掛號號碼編號規則
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掛號號碼依「掛號日期 + 掛號時段 + 科別」獨立編號。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例如：同一天上午內科第一位 = 01 號，第二位 = 02 號。同一天下午內科重新從 01 號開始。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八、步驟四：確認掛號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09728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09728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097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點擊按鈕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確認所有資訊後，點擊「確認掛號」按鈕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169164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69164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1691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系統檢查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自動檢查必填欄位：病歷號碼、姓名、掛號日期、掛號時段、科別、醫師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228600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228600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2286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補齊遺漏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若有遺漏，系統彈出提示訊息，補齊後再次點擊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7280" y="288036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288036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2880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掛號成功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畫面顯示科別名稱與掛號號碼（兩碼數字），彈出「掛號成功！」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11247120" cy="640080"/>
          </a:xfrm>
          <a:prstGeom prst="rect">
            <a:avLst>
              <a:gd name="adj" fmla="val 7143"/>
            </a:avLst>
          </a:prstGeom>
          <a:solidFill>
            <a:srgbClr val="FCE4EC"/>
          </a:solidFill>
          <a:ln w="6350">
            <a:solidFill>
              <a:srgbClr val="A629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29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必填欄位：病歷號碼、姓名、掛號日期、掛號時段、科別、醫師。缺少任何一項將無法完成掛號。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九、舊病患掛號操作範例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502920"/>
          </a:xfrm>
          <a:prstGeom prst="rect">
            <a:avLst>
              <a:gd name="adj" fmla="val 9091"/>
            </a:avLst>
          </a:prstGeom>
          <a:solidFill>
            <a:srgbClr val="E8F0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情境：病患王小明（A123456789）前來內科看診，掛號上午門診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164592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64592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645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輸入病歷號碼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A123456789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219456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219456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系統自動帶入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姓名、性別、生日、電話、地址自動填入，初複診設為「複診」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274320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74320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確認病患資訊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確認資料正確，如有變更可直接修改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7280" y="329184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329184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3291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選擇門診資訊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時段：上午 → 科別：內科 → 醫師：王建明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384048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384048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2" name="Text 30"/>
          <p:cNvSpPr/>
          <p:nvPr/>
        </p:nvSpPr>
        <p:spPr>
          <a:xfrm>
            <a:off x="128016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確認掛號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點擊「確認掛號」，顯示掛號號碼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7280" y="438912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" y="438912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7" name="Text 35"/>
          <p:cNvSpPr/>
          <p:nvPr/>
        </p:nvSpPr>
        <p:spPr>
          <a:xfrm>
            <a:off x="1280160" y="4389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列印與清除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列印掛號單（選擇性），點擊「清除畫面」準備下一位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十、新病患掛號操作範例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502920"/>
          </a:xfrm>
          <a:prstGeom prst="rect">
            <a:avLst>
              <a:gd name="adj" fmla="val 9091"/>
            </a:avLst>
          </a:prstGeom>
          <a:solidFill>
            <a:srgbClr val="E8F0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情境：新病患陳美美（F231234567）首次前來眼科看診，掛號下午門診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164592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164592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645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輸入病歷號碼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 F231234567，系統查無此病患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219456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219456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194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手動填寫資訊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姓名：陳美美、性別：女、生日、電話、地址等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274320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74320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系統自動判斷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初複診自動設為「初診」，年齡根據生日自動計算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7280" y="329184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329184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3291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選擇門診資訊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時段：下午 → 科別：眼科 → 醫師：廖美慧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384048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" y="384048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2" name="Text 30"/>
          <p:cNvSpPr/>
          <p:nvPr/>
        </p:nvSpPr>
        <p:spPr>
          <a:xfrm>
            <a:off x="1280160" y="3840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確認掛號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系統自動建立新病患資料並完成掛號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7280" y="4389120"/>
            <a:ext cx="10332720" cy="411480"/>
          </a:xfrm>
          <a:prstGeom prst="rect">
            <a:avLst>
              <a:gd name="adj" fmla="val 11111"/>
            </a:avLst>
          </a:prstGeom>
          <a:solidFill>
            <a:srgbClr val="F0F7F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" y="4389120"/>
            <a:ext cx="54864" cy="411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7" name="Text 35"/>
          <p:cNvSpPr/>
          <p:nvPr/>
        </p:nvSpPr>
        <p:spPr>
          <a:xfrm>
            <a:off x="1280160" y="4389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下次自動帶入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該病患資料已儲存，下次輸入同號碼即可自動帶入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十一、操作按鈕說明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使用時機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確認掛號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檢查必填欄位 → 新增或更新病患 → 建立掛號紀錄 → 產生掛號號碼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所有資訊填寫完畢後點擊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列印掛號單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開啟瀏覽器列印功能，列印掛號收據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掛號成功後，需要紙本收據時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清除畫面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重置所有欄位為初始狀態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完成掛號，準備下一位病患時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結束離開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關閉瀏覽器視窗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所有作業完成，不再使用系統時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十二、常見問題（FAQ）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Q1：出現紅色錯誤訊息？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A：請確認身分證字號格式正確：第一碼英文，其餘數字，共 10 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Q2：病患資料沒有自動帶入？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A：該病患為新病患，資料庫無紀錄。手動填寫後掛號成功會自動儲存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Q3：區域選單是空的？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A：請先選擇縣市，區域會自動載入。若仍為空，檢查後端是否正常運作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Q4：掛號號碼怎麼產生的？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A：依「當日 + 時段 + 科別」累計數量 +1，上午與下午分開計號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Q5：可以掛其他日期的號嗎？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A：可以，掛號日期可手動修改為其他日期進行預約掛號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Q6：掛號後發現資料有誤？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A：下次掛號時修正資料即可，系統會自動覆蓋舊資料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操作小技巧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 操作手冊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快速掛號（舊病患）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只需 5 步：輸入病歷號碼 → 選時段 → 選科別 → 選醫師 → 確認掛號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英文自動大寫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病歷號碼欄位自動轉大寫，無需擔心 Caps Lock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善用自動帶入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舊病患資料完整帶入，通常只需確認無誤即可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Tab 鍵切換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 Tab 鍵依序切換欄位，加快輸入速度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掛號日期預設今天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大多數情況不需修改，可直接跳過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連續掛號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點擊「清除畫面」即可立即進行下一位，無需重新載入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70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感謝使用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D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安康綜合醫院 門診掛號系統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AF9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如有操作問題，請聯繫系統管理人員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門診掛號系統 操作手冊</dc:title>
  <dc:subject>PptxGenJS Presentation</dc:subject>
  <dc:creator>安康綜合醫院</dc:creator>
  <cp:lastModifiedBy>安康綜合醫院</cp:lastModifiedBy>
  <cp:revision>1</cp:revision>
  <dcterms:created xsi:type="dcterms:W3CDTF">2026-04-07T02:34:20Z</dcterms:created>
  <dcterms:modified xsi:type="dcterms:W3CDTF">2026-04-07T02:34:20Z</dcterms:modified>
</cp:coreProperties>
</file>